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2E5B2A"/>
                </a:solidFill>
                <a:latin typeface="Calibri"/>
                <a:ea typeface="微软雅黑"/>
              </a:rPr>
              <a:t>肠道花园  Gut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333333"/>
                </a:solidFill>
                <a:latin typeface="Calibri"/>
                <a:ea typeface="微软雅黑"/>
              </a:rPr>
              <a:t>核心模块解读（10 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66666"/>
                </a:solidFill>
                <a:latin typeface="Calibri"/>
                <a:ea typeface="微软雅黑"/>
              </a:rPr>
              <a:t>一个 IP · 三类赛道 · 内容数据化 · AI 全链路可降级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66666"/>
                </a:solidFill>
                <a:latin typeface="Calibri"/>
                <a:ea typeface="微软雅黑"/>
              </a:rPr>
              <a:t>前端 React · 后端 Fastify · 全栈 TypeScript · 内置 PGlite 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2  整体架构：内容数据化 · 行为即数据 · AI 可降级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前端（React 页面 + 交互）→ 后端 Fastify API → 数据库（内置 PGlite，可选外部 PostgreSQL）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内容全部数据化：知识模块、常见问答、便便分型、成长阶段、徽章规则都存数据文件/数据表，改内容不用改代码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AI 全链路可降级：问答没 Key/超时 → 本地 FAQ；便便分析 → 本地规则。演示、离线都永不翻车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「行为即数据」：打卡、投喂、答题、便便记录全部落库，驱动花园成长、徽章发放、成长报告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本次解读的 7 个核心模块：AI 导游 / 便便垂直 AI / 每日打卡 / 徽章引擎 / 花园成长 / 花园投喂 / 验证码登录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3  AI 导游「菌小园」— 儿童科普问答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孩子随时问肠道问题，AI 只依据系统知识库回答，绝不编造；没网也能答。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知识底座注入：把已验证的知识（模块 / FAQ / 便便分型 / 成长阶段）拼进 system prompt，回答可回溯、零幻觉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流式输出：SSE 逐字返回，像真人打字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三级降级：没配置 Key / 上游超时 / 无输出 → 自动回本地 FAQ，体验不中断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server/ai/ai-stream.ts（示意）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export async function* streamAiChunks(messages)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if (env.aiApiKey)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try { for await (const c of streamOpenAi(messages)) yield c }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catch { /* 上游失败 → 降级 */ }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yield matchFaq(lastUserText)   // 本地 FAQ 兜底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4  便便观察「垂直 AI」— 记录便便 → 专属饮食任务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孩子记录 / 拍照便便，系统识别 Bristol 1-7 型，生成给孩子的话 + 给家长的说明 + 今日饮食任务。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强约束 system prompt：只依据知识底座，不编造数字 / 病名 / 药物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结构化 JSON 输出：child_sentence / suggestion / parent_note / red_flag，结果可直接解析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预设兜底：没 Key / 超时 / 解析失败 → 按 Bristol 类型回退预设建议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server/stool/stool-ai.ts（示意）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export async function generateStoolSuggestion(input)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const fallback = presetSuggestion(input.bristol_type)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if (!env.aiApiKey) return fallback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const res = await fetch(`${base}/chat/completions`, { ... })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return extractJson(content) ?? fallback   // 解析失败回退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5  每日打卡 — 5 个健康任务养成好习惯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每天完成 5 个任务（探索 / 饮食 / 睡眠 / 喝水 / 运动），得经验值、记日历，缺勤可补卡。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任务即数据：5 个任务映射记录表 5 列，完成与否统一判定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自动补卡：每月最多 3 次，缺的天可补记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连续打卡计算：当前连续 &amp; 历史最长，驱动花园升级与徽章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server/checkin/checkin.service.ts（示意）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const TASK_DEFS = [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code: 'explore', name: '探索花园', column: 'taskGarden'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code: 'eat',     name: '健康饮食', column: 'taskEat'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code: 'sleep',   name: '优质睡眠', column: 'taskSleep'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code: 'water',   name: '补充水分', column: 'taskWater'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code: 'sport',   name: '活力运动', column: 'taskSport'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6  徽章引擎 — 行为驱动发奖，规则即数据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根据打卡 / 投喂 / 答题 / 便便等行为，自动颁发并升级铜银金徽章，正向强化不惩罚。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规则存在数据库：condition_rule / silver_rule / gold_rule 三档，改规则不改代码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事件驱动：打卡、投喂等行为发生后自动评估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幂等发奖：event_id 唯一索引，重复触发不重复发奖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server/badges/engine.ts（示意）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function checkRule(rule, stats)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switch (rule.type)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case 'checkin_streak':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  return stats.checkinStreakMax &gt;= rule.threshold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case 'feed_total':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  return stats.feedTotal &gt;= rule.threshold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case 'perfect_week':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  return stats.perfectWeekCount &gt;= (rule.weeks ?? 1)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7  花园成长 — 种子到终极的 6 个阶段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花园随打卡天数、投喂次数、徽章数量成长，解锁新动画与玩法，让孩子看见坚持的回报。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规则全在数据表：STAGE_REQS 一行一个阶段，改数值即可调整难度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三项指标：打卡天数 / 投喂次数 / 徽章数，全部达标才升级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阶段解锁内容：角色动画、放大镜、花园状态切换、金边特效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server/garden/stage.service.ts（示意）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const STAGE_REQS = [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stage: 1, checkinDays: 0,   feedCount: 0,   badgeCount: 0,  label: "种子"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stage: 4, checkinDays: 21,  feedCount: 100, badgeCount: 3,  label: "丰收"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{ stage: 6, checkinDays: 100, feedCount: 500, badgeCount: 10, label: "终极" },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8  花园投喂（前端）— 拖拽食物，5 秒看见微观世界变化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孩子把食物拖进花园：健康食物让花园变绿加分，糖果蛋糕让花园变脏，直观理解「吃什么决定微生态」。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食物 → 效果映射表：7 种食物分为健康 / 高糖两类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注册用户：写后端记行为 + 加经验 + 触发花园状态变化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游客模式：本地状态模拟，未登录也能玩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web/hooks/useFeedLogic.ts（示意）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const FOOD_EFFECTS =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broccoli: "healthy", apple: "healthy", yogurt: "healthy",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candy: "high_sugar", cake: "high_sugar",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export function handleDrop(foodId)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api.post('/garden/log-action', { action_type: 'feed', ... })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  .then(d =&gt; applyGardenState(d))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9  验证码登录 — 手机号 + 验证码，开箱即测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666666"/>
                </a:solidFill>
                <a:latin typeface="Calibri"/>
                <a:ea typeface="微软雅黑"/>
              </a:rPr>
              <a:t>任意 11 位手机号都能登录，验证码为模拟短信，方便演示与评审，无需真实短信服务。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限频：同一号码 60 秒内只能发送一次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过期：验证码 5 分钟内有效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软雅黑"/>
              </a:rPr>
              <a:t>•  自动注册：新号码直接注册家长账号，登录后添加宝宝档案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20240"/>
            <a:ext cx="4709160" cy="4023360"/>
          </a:xfrm>
          <a:prstGeom prst="roundRect">
            <a:avLst>
              <a:gd name="adj" fmla="val 3000"/>
            </a:avLst>
          </a:prstGeom>
          <a:solidFill>
            <a:srgbClr val="F4F6F0"/>
          </a:solidFill>
          <a:ln w="9525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09728" bIns="91440"/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E5B2A"/>
                </a:solidFill>
                <a:latin typeface="Consolas"/>
                <a:ea typeface="微软雅黑"/>
              </a:rPr>
              <a:t>server/auth/codeStore.ts（示意）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export function sendLoginCode(phone) {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if (recentlySent(phone)) throwError('AUTH_002')   // 60s 限频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const code = String(Math.floor(100000 + Math.random() * 900000))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CODES.set(phone, { code, sentAt: Date.now() })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  return code</a:t>
            </a:r>
          </a:p>
          <a:p>
            <a:pPr>
              <a:lnSpc>
                <a:spcPct val="100000"/>
              </a:lnSpc>
            </a:pPr>
            <a:r>
              <a:rPr sz="125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E5B2A"/>
                </a:solidFill>
                <a:latin typeface="Calibri"/>
                <a:ea typeface="微软雅黑"/>
              </a:rPr>
              <a:t>10  设计亮点：可复用 · 自修正 · 永不翻车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1064240" cy="38100"/>
          </a:xfrm>
          <a:prstGeom prst="rect">
            <a:avLst/>
          </a:prstGeom>
          <a:solidFill>
            <a:srgbClr val="2E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内容与程序解耦：换一个科学主题，只需替换数据文件与视觉资产，程序与 AI 流水线不动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行为即数据：打卡 / 投喂 / 便便 / 答题全部落库，驱动花园成长、徽章、成长报告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AI 全链路可降级：没 Key、超时、离线都可用，演示永不翻车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医疗边界清晰：AI 只依据知识库回答，不诊断、不恐吓、不舒服就提示就医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•  一个人 + AI = 一个团队：从动画、问答、视觉到交互，全部 AI 化并自检自修正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E5B2A"/>
                </a:solidFill>
                <a:latin typeface="Calibri"/>
                <a:ea typeface="微软雅黑"/>
              </a:rPr>
              <a:t>让科学，能被看见、能被玩到、能被听懂、能被生产。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66666"/>
                </a:solidFill>
                <a:latin typeface="Calibri"/>
                <a:ea typeface="微软雅黑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