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00" b="1">
                <a:solidFill>
                  <a:srgbClr val="2E5B2A"/>
                </a:solidFill>
                <a:latin typeface="Calibri"/>
                <a:ea typeface="微软雅黑"/>
              </a:rPr>
              <a:t>1  AI 导游 · 知识底座注入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12471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888888"/>
                </a:solidFill>
                <a:latin typeface="Consolas"/>
                <a:ea typeface="微软雅黑"/>
              </a:rPr>
              <a:t>server/src/modules/ai/knowledge-base.ts — buildKnowledgeText()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115568"/>
            <a:ext cx="11548872" cy="5440680"/>
          </a:xfrm>
          <a:prstGeom prst="roundRect">
            <a:avLst>
              <a:gd name="adj" fmla="val 2000"/>
            </a:avLst>
          </a:prstGeom>
          <a:solidFill>
            <a:srgbClr val="F6F8F2"/>
          </a:solidFill>
          <a:ln w="12700">
            <a:solidFill>
              <a:srgbClr val="B7C4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137160" tIns="109728" bIns="73152"/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export function buildKnowledgeText(): string {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 const parts: string[] = []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 parts.push('【肠道小花园科普知识库】回答只能依据以下内容，不要编造任何条目。')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 parts.push('\n【知识模块】')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 for (const code of MODULE_ORDER) {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   const mod = MODULE_DEFS[code]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   parts.push(`\n■ ${mod.name}：${mod.description}`)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   for (const c of mod.cards) {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     parts.push(`- ${c.title}：${c.child_summary}（家长说明：${c.parent_detail}）`)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   for (const q of mod.quizzes) {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     parts.push(`- 问答：${q.question} → ${q.answer_hint}`)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 }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 parts.push('\n【便便 Bristol 分型】')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 for (let i = 1; i &lt;= 7; i++) {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   const p = BRISTOL_PRESETS[i]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   parts.push(`- Type ${i}：${p.diagnosis}；建议：${p.task_suggestion}`)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 }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 parts.push('\n【花园成长阶段】')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 for (const s of STAGE_REQS) {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   parts.push(`- 第${s.stage}阶段「${s.label}」：累计打卡${s.checkinDays}天、投喂${s.feedCount}次、徽章${s.badgeCount}个${s.unlock ? `，解锁「${s.unlock}」` : ''}`)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 }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 parts.push('\n【常见问答】')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 for (const f of getAllFaqs()) {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   parts.push(`- 问：${f.question} → ${f.answer}`)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 }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 return parts.join('\n')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65392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>
                <a:solidFill>
                  <a:srgbClr val="888888"/>
                </a:solidFill>
                <a:latin typeface="Consolas"/>
                <a:ea typeface="微软雅黑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00" b="1">
                <a:solidFill>
                  <a:srgbClr val="2E5B2A"/>
                </a:solidFill>
                <a:latin typeface="Calibri"/>
                <a:ea typeface="微软雅黑"/>
              </a:rPr>
              <a:t>2  AI 导游 · 流式输出与三级降级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12471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888888"/>
                </a:solidFill>
                <a:latin typeface="Consolas"/>
                <a:ea typeface="微软雅黑"/>
              </a:rPr>
              <a:t>server/src/modules/ai/ai.routes.ts buildMessages() + ai-stream.ts streamAiChunks()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115568"/>
            <a:ext cx="11548872" cy="5440680"/>
          </a:xfrm>
          <a:prstGeom prst="roundRect">
            <a:avLst>
              <a:gd name="adj" fmla="val 2000"/>
            </a:avLst>
          </a:prstGeom>
          <a:solidFill>
            <a:srgbClr val="F6F8F2"/>
          </a:solidFill>
          <a:ln w="12700">
            <a:solidFill>
              <a:srgbClr val="B7C4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137160" tIns="109728" bIns="73152"/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F3D2E"/>
                </a:solidFill>
                <a:latin typeface="Consolas"/>
                <a:ea typeface="微软雅黑"/>
              </a:rPr>
              <a:t>function buildMessages(message: string, page?: string, history?: { role?: string; content?: string }[]): ChatMessage[] {</a:t>
            </a:r>
          </a:p>
          <a:p>
            <a:pPr>
              <a:lnSpc>
                <a:spcPct val="100000"/>
              </a:lnSpc>
            </a:pPr>
            <a:r>
              <a:rPr sz="1100" b="0">
                <a:solidFill>
                  <a:srgbClr val="1F3D2E"/>
                </a:solidFill>
                <a:latin typeface="Consolas"/>
                <a:ea typeface="微软雅黑"/>
              </a:rPr>
              <a:t>  const messages: ChatMessage[] = [</a:t>
            </a:r>
          </a:p>
          <a:p>
            <a:pPr>
              <a:lnSpc>
                <a:spcPct val="100000"/>
              </a:lnSpc>
            </a:pPr>
            <a:r>
              <a:rPr sz="1100" b="0">
                <a:solidFill>
                  <a:srgbClr val="1F3D2E"/>
                </a:solidFill>
                <a:latin typeface="Consolas"/>
                <a:ea typeface="微软雅黑"/>
              </a:rPr>
              <a:t>    { role: 'system', content: `${AI_STYLE_GUIDE}\n\n## 知识底座\n${buildKnowledgeText()}` },</a:t>
            </a:r>
          </a:p>
          <a:p>
            <a:pPr>
              <a:lnSpc>
                <a:spcPct val="100000"/>
              </a:lnSpc>
            </a:pPr>
            <a:r>
              <a:rPr sz="1100" b="0">
                <a:solidFill>
                  <a:srgbClr val="1F3D2E"/>
                </a:solidFill>
                <a:latin typeface="Consolas"/>
                <a:ea typeface="微软雅黑"/>
              </a:rPr>
              <a:t>  ]</a:t>
            </a:r>
          </a:p>
          <a:p>
            <a:pPr>
              <a:lnSpc>
                <a:spcPct val="100000"/>
              </a:lnSpc>
            </a:pPr>
            <a:r>
              <a:rPr sz="1100" b="0">
                <a:solidFill>
                  <a:srgbClr val="1F3D2E"/>
                </a:solidFill>
                <a:latin typeface="Consolas"/>
                <a:ea typeface="微软雅黑"/>
              </a:rPr>
              <a:t>  if (page) messages.push({ role: 'system', content: buildPageHint(page) })</a:t>
            </a:r>
          </a:p>
          <a:p>
            <a:pPr>
              <a:lnSpc>
                <a:spcPct val="100000"/>
              </a:lnSpc>
            </a:pPr>
            <a:r>
              <a:rPr sz="1100" b="0">
                <a:solidFill>
                  <a:srgbClr val="1F3D2E"/>
                </a:solidFill>
                <a:latin typeface="Consolas"/>
                <a:ea typeface="微软雅黑"/>
              </a:rPr>
              <a:t>  for (const h of history ?? []) {</a:t>
            </a:r>
          </a:p>
          <a:p>
            <a:pPr>
              <a:lnSpc>
                <a:spcPct val="100000"/>
              </a:lnSpc>
            </a:pPr>
            <a:r>
              <a:rPr sz="1100" b="0">
                <a:solidFill>
                  <a:srgbClr val="1F3D2E"/>
                </a:solidFill>
                <a:latin typeface="Consolas"/>
                <a:ea typeface="微软雅黑"/>
              </a:rPr>
              <a:t>    const role = h?.role === 'assistant' ? 'assistant' : h?.role === 'user' ? 'user' : null</a:t>
            </a:r>
          </a:p>
          <a:p>
            <a:pPr>
              <a:lnSpc>
                <a:spcPct val="100000"/>
              </a:lnSpc>
            </a:pPr>
            <a:r>
              <a:rPr sz="1100" b="0">
                <a:solidFill>
                  <a:srgbClr val="1F3D2E"/>
                </a:solidFill>
                <a:latin typeface="Consolas"/>
                <a:ea typeface="微软雅黑"/>
              </a:rPr>
              <a:t>    const content = String(h?.content ?? '').trim()</a:t>
            </a:r>
          </a:p>
          <a:p>
            <a:pPr>
              <a:lnSpc>
                <a:spcPct val="100000"/>
              </a:lnSpc>
            </a:pPr>
            <a:r>
              <a:rPr sz="1100" b="0">
                <a:solidFill>
                  <a:srgbClr val="1F3D2E"/>
                </a:solidFill>
                <a:latin typeface="Consolas"/>
                <a:ea typeface="微软雅黑"/>
              </a:rPr>
              <a:t>    if (role &amp;&amp; content) messages.push({ role, content })</a:t>
            </a:r>
          </a:p>
          <a:p>
            <a:pPr>
              <a:lnSpc>
                <a:spcPct val="100000"/>
              </a:lnSpc>
            </a:pPr>
            <a:r>
              <a:rPr sz="1100" b="0">
                <a:solidFill>
                  <a:srgbClr val="1F3D2E"/>
                </a:solidFill>
                <a:latin typeface="Consolas"/>
                <a:ea typeface="微软雅黑"/>
              </a:rPr>
              <a:t>  }</a:t>
            </a:r>
          </a:p>
          <a:p>
            <a:pPr>
              <a:lnSpc>
                <a:spcPct val="100000"/>
              </a:lnSpc>
            </a:pPr>
            <a:r>
              <a:rPr sz="1100" b="0">
                <a:solidFill>
                  <a:srgbClr val="1F3D2E"/>
                </a:solidFill>
                <a:latin typeface="Consolas"/>
                <a:ea typeface="微软雅黑"/>
              </a:rPr>
              <a:t>  messages.push({ role: 'user', content: message })</a:t>
            </a:r>
          </a:p>
          <a:p>
            <a:pPr>
              <a:lnSpc>
                <a:spcPct val="100000"/>
              </a:lnSpc>
            </a:pPr>
            <a:r>
              <a:rPr sz="1100" b="0">
                <a:solidFill>
                  <a:srgbClr val="1F3D2E"/>
                </a:solidFill>
                <a:latin typeface="Consolas"/>
                <a:ea typeface="微软雅黑"/>
              </a:rPr>
              <a:t>  return messages</a:t>
            </a:r>
          </a:p>
          <a:p>
            <a:pPr>
              <a:lnSpc>
                <a:spcPct val="100000"/>
              </a:lnSpc>
            </a:pPr>
            <a:r>
              <a:rPr sz="1100" b="0">
                <a:solidFill>
                  <a:srgbClr val="1F3D2E"/>
                </a:solidFill>
                <a:latin typeface="Consolas"/>
                <a:ea typeface="微软雅黑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100" b="0">
                <a:solidFill>
                  <a:srgbClr val="1F3D2E"/>
                </a:solidFill>
                <a:latin typeface="Consolas"/>
                <a:ea typeface="微软雅黑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100" b="0">
                <a:solidFill>
                  <a:srgbClr val="1F3D2E"/>
                </a:solidFill>
                <a:latin typeface="Consolas"/>
                <a:ea typeface="微软雅黑"/>
              </a:rPr>
              <a:t>export async function* streamAiChunks(messages: ChatMessage[]): AsyncGenerator&lt;string&gt; {</a:t>
            </a:r>
          </a:p>
          <a:p>
            <a:pPr>
              <a:lnSpc>
                <a:spcPct val="100000"/>
              </a:lnSpc>
            </a:pPr>
            <a:r>
              <a:rPr sz="1100" b="0">
                <a:solidFill>
                  <a:srgbClr val="1F3D2E"/>
                </a:solidFill>
                <a:latin typeface="Consolas"/>
                <a:ea typeface="微软雅黑"/>
              </a:rPr>
              <a:t>  if (env.aiApiKey) {</a:t>
            </a:r>
          </a:p>
          <a:p>
            <a:pPr>
              <a:lnSpc>
                <a:spcPct val="100000"/>
              </a:lnSpc>
            </a:pPr>
            <a:r>
              <a:rPr sz="1100" b="0">
                <a:solidFill>
                  <a:srgbClr val="1F3D2E"/>
                </a:solidFill>
                <a:latin typeface="Consolas"/>
                <a:ea typeface="微软雅黑"/>
              </a:rPr>
              <a:t>    let yielded = false</a:t>
            </a:r>
          </a:p>
          <a:p>
            <a:pPr>
              <a:lnSpc>
                <a:spcPct val="100000"/>
              </a:lnSpc>
            </a:pPr>
            <a:r>
              <a:rPr sz="1100" b="0">
                <a:solidFill>
                  <a:srgbClr val="1F3D2E"/>
                </a:solidFill>
                <a:latin typeface="Consolas"/>
                <a:ea typeface="微软雅黑"/>
              </a:rPr>
              <a:t>    try {</a:t>
            </a:r>
          </a:p>
          <a:p>
            <a:pPr>
              <a:lnSpc>
                <a:spcPct val="100000"/>
              </a:lnSpc>
            </a:pPr>
            <a:r>
              <a:rPr sz="1100" b="0">
                <a:solidFill>
                  <a:srgbClr val="1F3D2E"/>
                </a:solidFill>
                <a:latin typeface="Consolas"/>
                <a:ea typeface="微软雅黑"/>
              </a:rPr>
              <a:t>      for await (const chunk of streamOpenAi(messages)) {</a:t>
            </a:r>
          </a:p>
          <a:p>
            <a:pPr>
              <a:lnSpc>
                <a:spcPct val="100000"/>
              </a:lnSpc>
            </a:pPr>
            <a:r>
              <a:rPr sz="1100" b="0">
                <a:solidFill>
                  <a:srgbClr val="1F3D2E"/>
                </a:solidFill>
                <a:latin typeface="Consolas"/>
                <a:ea typeface="微软雅黑"/>
              </a:rPr>
              <a:t>        yielded = true</a:t>
            </a:r>
          </a:p>
          <a:p>
            <a:pPr>
              <a:lnSpc>
                <a:spcPct val="100000"/>
              </a:lnSpc>
            </a:pPr>
            <a:r>
              <a:rPr sz="1100" b="0">
                <a:solidFill>
                  <a:srgbClr val="1F3D2E"/>
                </a:solidFill>
                <a:latin typeface="Consolas"/>
                <a:ea typeface="微软雅黑"/>
              </a:rPr>
              <a:t>        yield chunk</a:t>
            </a:r>
          </a:p>
          <a:p>
            <a:pPr>
              <a:lnSpc>
                <a:spcPct val="100000"/>
              </a:lnSpc>
            </a:pPr>
            <a:r>
              <a:rPr sz="1100" b="0">
                <a:solidFill>
                  <a:srgbClr val="1F3D2E"/>
                </a:solidFill>
                <a:latin typeface="Consolas"/>
                <a:ea typeface="微软雅黑"/>
              </a:rPr>
              <a:t>      }</a:t>
            </a:r>
          </a:p>
          <a:p>
            <a:pPr>
              <a:lnSpc>
                <a:spcPct val="100000"/>
              </a:lnSpc>
            </a:pPr>
            <a:r>
              <a:rPr sz="1100" b="0">
                <a:solidFill>
                  <a:srgbClr val="1F3D2E"/>
                </a:solidFill>
                <a:latin typeface="Consolas"/>
                <a:ea typeface="微软雅黑"/>
              </a:rPr>
              <a:t>    } catch {</a:t>
            </a:r>
          </a:p>
          <a:p>
            <a:pPr>
              <a:lnSpc>
                <a:spcPct val="100000"/>
              </a:lnSpc>
            </a:pPr>
            <a:r>
              <a:rPr sz="1100" b="0">
                <a:solidFill>
                  <a:srgbClr val="1F3D2E"/>
                </a:solidFill>
                <a:latin typeface="Consolas"/>
                <a:ea typeface="微软雅黑"/>
              </a:rPr>
              <a:t>      // fall through to FAQ</a:t>
            </a:r>
          </a:p>
          <a:p>
            <a:pPr>
              <a:lnSpc>
                <a:spcPct val="100000"/>
              </a:lnSpc>
            </a:pPr>
            <a:r>
              <a:rPr sz="1100" b="0">
                <a:solidFill>
                  <a:srgbClr val="1F3D2E"/>
                </a:solidFill>
                <a:latin typeface="Consolas"/>
                <a:ea typeface="微软雅黑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100" b="0">
                <a:solidFill>
                  <a:srgbClr val="1F3D2E"/>
                </a:solidFill>
                <a:latin typeface="Consolas"/>
                <a:ea typeface="微软雅黑"/>
              </a:rPr>
              <a:t>    if (yielded) return</a:t>
            </a:r>
          </a:p>
          <a:p>
            <a:pPr>
              <a:lnSpc>
                <a:spcPct val="100000"/>
              </a:lnSpc>
            </a:pPr>
            <a:r>
              <a:rPr sz="1100" b="0">
                <a:solidFill>
                  <a:srgbClr val="1F3D2E"/>
                </a:solidFill>
                <a:latin typeface="Consolas"/>
                <a:ea typeface="微软雅黑"/>
              </a:rPr>
              <a:t>  }</a:t>
            </a:r>
          </a:p>
          <a:p>
            <a:pPr>
              <a:lnSpc>
                <a:spcPct val="100000"/>
              </a:lnSpc>
            </a:pPr>
            <a:r>
              <a:rPr sz="1100" b="0">
                <a:solidFill>
                  <a:srgbClr val="1F3D2E"/>
                </a:solidFill>
                <a:latin typeface="Consolas"/>
                <a:ea typeface="微软雅黑"/>
              </a:rPr>
              <a:t>  const lastUser = [...messages].reverse().find((m) =&gt; m.role === 'user')</a:t>
            </a:r>
          </a:p>
          <a:p>
            <a:pPr>
              <a:lnSpc>
                <a:spcPct val="100000"/>
              </a:lnSpc>
            </a:pPr>
            <a:r>
              <a:rPr sz="1100" b="0">
                <a:solidFill>
                  <a:srgbClr val="1F3D2E"/>
                </a:solidFill>
                <a:latin typeface="Consolas"/>
                <a:ea typeface="微软雅黑"/>
              </a:rPr>
              <a:t>  yield matchFaq(lastUser?.content ?? '')</a:t>
            </a:r>
          </a:p>
          <a:p>
            <a:pPr>
              <a:lnSpc>
                <a:spcPct val="100000"/>
              </a:lnSpc>
            </a:pPr>
            <a:r>
              <a:rPr sz="1100" b="0">
                <a:solidFill>
                  <a:srgbClr val="1F3D2E"/>
                </a:solidFill>
                <a:latin typeface="Consolas"/>
                <a:ea typeface="微软雅黑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65392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>
                <a:solidFill>
                  <a:srgbClr val="888888"/>
                </a:solidFill>
                <a:latin typeface="Consolas"/>
                <a:ea typeface="微软雅黑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00" b="1">
                <a:solidFill>
                  <a:srgbClr val="2E5B2A"/>
                </a:solidFill>
                <a:latin typeface="Calibri"/>
                <a:ea typeface="微软雅黑"/>
              </a:rPr>
              <a:t>3  便便垂直 AI · 角色与输出约束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12471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888888"/>
                </a:solidFill>
                <a:latin typeface="Consolas"/>
                <a:ea typeface="微软雅黑"/>
              </a:rPr>
              <a:t>server/src/modules/stool/stool-ai.ts — STOOL_AI_SYSTEM_PROMPT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115568"/>
            <a:ext cx="11548872" cy="5440680"/>
          </a:xfrm>
          <a:prstGeom prst="roundRect">
            <a:avLst>
              <a:gd name="adj" fmla="val 2000"/>
            </a:avLst>
          </a:prstGeom>
          <a:solidFill>
            <a:srgbClr val="F6F8F2"/>
          </a:solidFill>
          <a:ln w="12700">
            <a:solidFill>
              <a:srgbClr val="B7C4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137160" tIns="109728" bIns="73152"/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export const STOOL_AI_SYSTEM_PROMPT = `你是「便便小医生」——肠道花园 App 里专门负责「便便观察与饮食建议」的垂直 AI 助手。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你的唯一职责：根据孩子记录的便便形态（Bristol 1-7 型），用儿童能懂的语言给出健康提示和今天可执行的饮食行动建议，并给家长一句专业观察说明。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【输入】（由系统组装为 JSON 传入）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{ "bristol_type": 1-7, "description": "用户补充描述，可空", "recent_diet": "近期饮食/喝水情况，可空" }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【知识底座（只依据这里，禁止编造）】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- Type 1 兔子便便·干硬：多喝水，多吃纤维丰富的蔬菜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- Type 2 香肠便便·干硬：多喝水，多吃蔬果，适量运动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- Type 3 条状便便·正常：继续均衡饮食，注意补充水分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- Type 4 香蕉便·非常健康：继续保持均衡饮食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- Type 5 软块便便·正常：注意多喝水，多吃蔬菜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- Type 6 糊状便便·需关注：调整饮食，多吃纤维食物，多喝水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- Type 7 水样便便·需关注：补充水分；若持续需就医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【输出格式 —— 必须严格按此 JSON 结构，不要输出其他内容】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{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 "child_sentence": "给孩子的 1 句话，≤30 字，活泼、用比喻（如「便便像小香蕉，非常健康，继续加油！」）",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 "suggestion": "1-2 条今日可执行的饮食/喝水/运动建议（面向孩子，具体可做到）",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 "parent_note": "给家长的一句话专业说明，≤60 字（说明 Bristol 类型含义与观察要点）",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 "red_flag": false,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 "red_flag_text": "仅当 red_flag 为 true 时填写"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【硬性规则】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1. 只依据知识底座回答，绝不编造 Bristol 类型含义、营养成分、疾病名称、药物名称。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2. 不提供医疗诊断、不用药建议、不制造恐慌。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3. red_flag 仅当描述含以下任一时为 true：持续腹痛、血便、高热、严重脱水、水样便持续超过 24 小时；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  red_flag_text 固定给出：「请马上告诉爸爸妈妈，必要时去医院检查」，并补充具体原因。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4. 给孩子的句子要活泼、多用比喻，像和朋友聊天；给家长的说明要专业但不吓人，给出可观察要点。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5. 与便便/肠道健康无关的问题，礼貌引导回主题。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6. 始终用中文。`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65392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>
                <a:solidFill>
                  <a:srgbClr val="888888"/>
                </a:solidFill>
                <a:latin typeface="Consolas"/>
                <a:ea typeface="微软雅黑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00" b="1">
                <a:solidFill>
                  <a:srgbClr val="2E5B2A"/>
                </a:solidFill>
                <a:latin typeface="Calibri"/>
                <a:ea typeface="微软雅黑"/>
              </a:rPr>
              <a:t>4  便便垂直 AI · 生成建议（含降级）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12471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888888"/>
                </a:solidFill>
                <a:latin typeface="Consolas"/>
                <a:ea typeface="微软雅黑"/>
              </a:rPr>
              <a:t>server/src/modules/stool/stool-ai.ts — generateStoolSuggestion()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115568"/>
            <a:ext cx="11548872" cy="5440680"/>
          </a:xfrm>
          <a:prstGeom prst="roundRect">
            <a:avLst>
              <a:gd name="adj" fmla="val 2000"/>
            </a:avLst>
          </a:prstGeom>
          <a:solidFill>
            <a:srgbClr val="F6F8F2"/>
          </a:solidFill>
          <a:ln w="12700">
            <a:solidFill>
              <a:srgbClr val="B7C4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137160" tIns="109728" bIns="73152"/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export async function generateStoolSuggestion(input: { bristol_type: number; description?: string }): Promise&lt;StoolAiSuggestion&gt; {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 const fallback = presetSuggestion(input.bristol_type)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 if (!env.aiApiKey) return fallback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 const controller = new AbortController()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 const timer = setTimeout(() =&gt; controller.abort(), TIMEOUT_MS)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 try {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   const base = (env.aiBaseUrl || 'https://dashscope.aliyuncs.com/compatible-mode/v1').replace(/\/+$/, '')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   const res = await fetch(`${base}/chat/completions`, {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     method: 'POST',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     headers: { 'Content-Type': 'application/json', Authorization: `Bearer ${env.aiApiKey}` },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     body: JSON.stringify({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       model: env.aiModel || 'qwen-flash',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       messages: [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         { role: 'system', content: STOOL_AI_SYSTEM_PROMPT },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         { role: 'user', content: JSON.stringify({ bristol_type: input.bristol_type, description: input.description ?? '', recent_diet: null }) },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       ],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       temperature: 0.4,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     }),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     signal: controller.signal,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   })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   if (!res.ok) throw new Error(`AI upstream ${res.status}`)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   const json = (await res.json()) as { choices?: { message?: { content?: string } }[] }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   const content = json.choices?.[0]?.message?.content ?? ''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   if (!content) return fallback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   return extractJson(content) ?? fallback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 } catch {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   return fallback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 } finally {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   clearTimeout(timer)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  }</a:t>
            </a:r>
          </a:p>
          <a:p>
            <a:pPr>
              <a:lnSpc>
                <a:spcPct val="100000"/>
              </a:lnSpc>
            </a:pPr>
            <a:r>
              <a:rPr sz="1000" b="0">
                <a:solidFill>
                  <a:srgbClr val="1F3D2E"/>
                </a:solidFill>
                <a:latin typeface="Consolas"/>
                <a:ea typeface="微软雅黑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65392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>
                <a:solidFill>
                  <a:srgbClr val="888888"/>
                </a:solidFill>
                <a:latin typeface="Consolas"/>
                <a:ea typeface="微软雅黑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00" b="1">
                <a:solidFill>
                  <a:srgbClr val="2E5B2A"/>
                </a:solidFill>
                <a:latin typeface="Calibri"/>
                <a:ea typeface="微软雅黑"/>
              </a:rPr>
              <a:t>5  每日打卡 · 任务定义与确认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12471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888888"/>
                </a:solidFill>
                <a:latin typeface="Consolas"/>
                <a:ea typeface="微软雅黑"/>
              </a:rPr>
              <a:t>server/src/modules/checkin/checkin.service.ts — TASK_DEFS + confirmTask()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115568"/>
            <a:ext cx="11548872" cy="5440680"/>
          </a:xfrm>
          <a:prstGeom prst="roundRect">
            <a:avLst>
              <a:gd name="adj" fmla="val 2000"/>
            </a:avLst>
          </a:prstGeom>
          <a:solidFill>
            <a:srgbClr val="F6F8F2"/>
          </a:solidFill>
          <a:ln w="12700">
            <a:solidFill>
              <a:srgbClr val="B7C4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137160" tIns="109728" bIns="73152"/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1F3D2E"/>
                </a:solidFill>
                <a:latin typeface="Consolas"/>
                <a:ea typeface="微软雅黑"/>
              </a:rPr>
              <a:t>const TASK_DEFS: { code: string; name: string; column: 'taskGarden' | 'taskEat' | 'taskSleep' | 'taskWater' | 'taskSport' }[] = [</a:t>
            </a:r>
          </a:p>
          <a:p>
            <a:pPr>
              <a:lnSpc>
                <a:spcPct val="100000"/>
              </a:lnSpc>
            </a:pPr>
            <a:r>
              <a:rPr sz="1100" b="0">
                <a:solidFill>
                  <a:srgbClr val="1F3D2E"/>
                </a:solidFill>
                <a:latin typeface="Consolas"/>
                <a:ea typeface="微软雅黑"/>
              </a:rPr>
              <a:t>  { code: 'explore', name: '探索花园', column: 'taskGarden' },</a:t>
            </a:r>
          </a:p>
          <a:p>
            <a:pPr>
              <a:lnSpc>
                <a:spcPct val="100000"/>
              </a:lnSpc>
            </a:pPr>
            <a:r>
              <a:rPr sz="1100" b="0">
                <a:solidFill>
                  <a:srgbClr val="1F3D2E"/>
                </a:solidFill>
                <a:latin typeface="Consolas"/>
                <a:ea typeface="微软雅黑"/>
              </a:rPr>
              <a:t>  { code: 'eat', name: '健康饮食', column: 'taskEat' },</a:t>
            </a:r>
          </a:p>
          <a:p>
            <a:pPr>
              <a:lnSpc>
                <a:spcPct val="100000"/>
              </a:lnSpc>
            </a:pPr>
            <a:r>
              <a:rPr sz="1100" b="0">
                <a:solidFill>
                  <a:srgbClr val="1F3D2E"/>
                </a:solidFill>
                <a:latin typeface="Consolas"/>
                <a:ea typeface="微软雅黑"/>
              </a:rPr>
              <a:t>  { code: 'sleep', name: '优质睡眠', column: 'taskSleep' },</a:t>
            </a:r>
          </a:p>
          <a:p>
            <a:pPr>
              <a:lnSpc>
                <a:spcPct val="100000"/>
              </a:lnSpc>
            </a:pPr>
            <a:r>
              <a:rPr sz="1100" b="0">
                <a:solidFill>
                  <a:srgbClr val="1F3D2E"/>
                </a:solidFill>
                <a:latin typeface="Consolas"/>
                <a:ea typeface="微软雅黑"/>
              </a:rPr>
              <a:t>  { code: 'water', name: '补充水分', column: 'taskWater' },</a:t>
            </a:r>
          </a:p>
          <a:p>
            <a:pPr>
              <a:lnSpc>
                <a:spcPct val="100000"/>
              </a:lnSpc>
            </a:pPr>
            <a:r>
              <a:rPr sz="1100" b="0">
                <a:solidFill>
                  <a:srgbClr val="1F3D2E"/>
                </a:solidFill>
                <a:latin typeface="Consolas"/>
                <a:ea typeface="微软雅黑"/>
              </a:rPr>
              <a:t>  { code: 'sport', name: '活力运动', column: 'taskSport' },</a:t>
            </a:r>
          </a:p>
          <a:p>
            <a:pPr>
              <a:lnSpc>
                <a:spcPct val="100000"/>
              </a:lnSpc>
            </a:pPr>
            <a:r>
              <a:rPr sz="1100" b="0">
                <a:solidFill>
                  <a:srgbClr val="1F3D2E"/>
                </a:solidFill>
                <a:latin typeface="Consolas"/>
                <a:ea typeface="微软雅黑"/>
              </a:rPr>
              <a:t>]</a:t>
            </a:r>
          </a:p>
          <a:p>
            <a:pPr>
              <a:lnSpc>
                <a:spcPct val="100000"/>
              </a:lnSpc>
            </a:pPr>
            <a:r>
              <a:rPr sz="1100" b="0">
                <a:solidFill>
                  <a:srgbClr val="1F3D2E"/>
                </a:solidFill>
                <a:latin typeface="Consolas"/>
                <a:ea typeface="微软雅黑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100" b="0">
                <a:solidFill>
                  <a:srgbClr val="1F3D2E"/>
                </a:solidFill>
                <a:latin typeface="Consolas"/>
                <a:ea typeface="微软雅黑"/>
              </a:rPr>
              <a:t>const CONFIRMABLE = new Set(['eat', 'sleep', 'water', 'sport'])</a:t>
            </a:r>
          </a:p>
          <a:p>
            <a:pPr>
              <a:lnSpc>
                <a:spcPct val="100000"/>
              </a:lnSpc>
            </a:pPr>
            <a:r>
              <a:rPr sz="1100" b="0">
                <a:solidFill>
                  <a:srgbClr val="1F3D2E"/>
                </a:solidFill>
                <a:latin typeface="Consolas"/>
                <a:ea typeface="微软雅黑"/>
              </a:rPr>
              <a:t>const TASK_XP = 10</a:t>
            </a:r>
          </a:p>
          <a:p>
            <a:pPr>
              <a:lnSpc>
                <a:spcPct val="100000"/>
              </a:lnSpc>
            </a:pPr>
            <a:r>
              <a:rPr sz="1100" b="0">
                <a:solidFill>
                  <a:srgbClr val="1F3D2E"/>
                </a:solidFill>
                <a:latin typeface="Consolas"/>
                <a:ea typeface="微软雅黑"/>
              </a:rPr>
              <a:t>const SUB_ITEM_XP = 2</a:t>
            </a:r>
          </a:p>
          <a:p>
            <a:pPr>
              <a:lnSpc>
                <a:spcPct val="100000"/>
              </a:lnSpc>
            </a:pPr>
            <a:r>
              <a:rPr sz="1100" b="0">
                <a:solidFill>
                  <a:srgbClr val="1F3D2E"/>
                </a:solidFill>
                <a:latin typeface="Consolas"/>
                <a:ea typeface="微软雅黑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100" b="0">
                <a:solidFill>
                  <a:srgbClr val="1F3D2E"/>
                </a:solidFill>
                <a:latin typeface="Consolas"/>
                <a:ea typeface="微软雅黑"/>
              </a:rPr>
              <a:t>export async function confirmTask(childId: number, taskCode: string) {</a:t>
            </a:r>
          </a:p>
          <a:p>
            <a:pPr>
              <a:lnSpc>
                <a:spcPct val="100000"/>
              </a:lnSpc>
            </a:pPr>
            <a:r>
              <a:rPr sz="1100" b="0">
                <a:solidFill>
                  <a:srgbClr val="1F3D2E"/>
                </a:solidFill>
                <a:latin typeface="Consolas"/>
                <a:ea typeface="微软雅黑"/>
              </a:rPr>
              <a:t>  if (!CONFIRMABLE.has(taskCode)) throwError('CHECKIN_003')</a:t>
            </a:r>
          </a:p>
          <a:p>
            <a:pPr>
              <a:lnSpc>
                <a:spcPct val="100000"/>
              </a:lnSpc>
            </a:pPr>
            <a:r>
              <a:rPr sz="1100" b="0">
                <a:solidFill>
                  <a:srgbClr val="1F3D2E"/>
                </a:solidFill>
                <a:latin typeface="Consolas"/>
                <a:ea typeface="微软雅黑"/>
              </a:rPr>
              <a:t>  const def = TASK_DEFS.find((d) =&gt; d.code === taskCode)!</a:t>
            </a:r>
          </a:p>
          <a:p>
            <a:pPr>
              <a:lnSpc>
                <a:spcPct val="100000"/>
              </a:lnSpc>
            </a:pPr>
            <a:r>
              <a:rPr sz="1100" b="0">
                <a:solidFill>
                  <a:srgbClr val="1F3D2E"/>
                </a:solidFill>
                <a:latin typeface="Consolas"/>
                <a:ea typeface="微软雅黑"/>
              </a:rPr>
              <a:t>  const record = await getOrCreateToday(childId)</a:t>
            </a:r>
          </a:p>
          <a:p>
            <a:pPr>
              <a:lnSpc>
                <a:spcPct val="100000"/>
              </a:lnSpc>
            </a:pPr>
            <a:r>
              <a:rPr sz="1100" b="0">
                <a:solidFill>
                  <a:srgbClr val="1F3D2E"/>
                </a:solidFill>
                <a:latin typeface="Consolas"/>
                <a:ea typeface="微软雅黑"/>
              </a:rPr>
              <a:t>  if (isDoneStatus(record[def.column])) return getToday(childId)</a:t>
            </a:r>
          </a:p>
          <a:p>
            <a:pPr>
              <a:lnSpc>
                <a:spcPct val="100000"/>
              </a:lnSpc>
            </a:pPr>
            <a:r>
              <a:rPr sz="1100" b="0">
                <a:solidFill>
                  <a:srgbClr val="1F3D2E"/>
                </a:solidFill>
                <a:latin typeface="Consolas"/>
                <a:ea typeface="微软雅黑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100" b="0">
                <a:solidFill>
                  <a:srgbClr val="1F3D2E"/>
                </a:solidFill>
                <a:latin typeface="Consolas"/>
                <a:ea typeface="微软雅黑"/>
              </a:rPr>
              <a:t>  await db.transaction(async (tx) =&gt; {</a:t>
            </a:r>
          </a:p>
          <a:p>
            <a:pPr>
              <a:lnSpc>
                <a:spcPct val="100000"/>
              </a:lnSpc>
            </a:pPr>
            <a:r>
              <a:rPr sz="1100" b="0">
                <a:solidFill>
                  <a:srgbClr val="1F3D2E"/>
                </a:solidFill>
                <a:latin typeface="Consolas"/>
                <a:ea typeface="微软雅黑"/>
              </a:rPr>
              <a:t>    const patch = { [def.column]: 'done' } as Record&lt;TaskColumn, string&gt;</a:t>
            </a:r>
          </a:p>
          <a:p>
            <a:pPr>
              <a:lnSpc>
                <a:spcPct val="100000"/>
              </a:lnSpc>
            </a:pPr>
            <a:r>
              <a:rPr sz="1100" b="0">
                <a:solidFill>
                  <a:srgbClr val="1F3D2E"/>
                </a:solidFill>
                <a:latin typeface="Consolas"/>
                <a:ea typeface="微软雅黑"/>
              </a:rPr>
              <a:t>    await tx.update(checkinRecords).set(patch as never).where(eq(checkinRecords.id, record.id))</a:t>
            </a:r>
          </a:p>
          <a:p>
            <a:pPr>
              <a:lnSpc>
                <a:spcPct val="100000"/>
              </a:lnSpc>
            </a:pPr>
            <a:r>
              <a:rPr sz="1100" b="0">
                <a:solidFill>
                  <a:srgbClr val="1F3D2E"/>
                </a:solidFill>
                <a:latin typeface="Consolas"/>
                <a:ea typeface="微软雅黑"/>
              </a:rPr>
              <a:t>    const [gs] = await tx.select({ gardenXp: gardenStates.gardenXp }).from(gardenStates).where(eq(gardenStates.childId, childId))</a:t>
            </a:r>
          </a:p>
          <a:p>
            <a:pPr>
              <a:lnSpc>
                <a:spcPct val="100000"/>
              </a:lnSpc>
            </a:pPr>
            <a:r>
              <a:rPr sz="1100" b="0">
                <a:solidFill>
                  <a:srgbClr val="1F3D2E"/>
                </a:solidFill>
                <a:latin typeface="Consolas"/>
                <a:ea typeface="微软雅黑"/>
              </a:rPr>
              <a:t>    await tx.update(gardenStates).set({ gardenXp: (gs?.gardenXp ?? 0) + TASK_XP }).where(eq(gardenStates.childId, childId))</a:t>
            </a:r>
          </a:p>
          <a:p>
            <a:pPr>
              <a:lnSpc>
                <a:spcPct val="100000"/>
              </a:lnSpc>
            </a:pPr>
            <a:r>
              <a:rPr sz="1100" b="0">
                <a:solidFill>
                  <a:srgbClr val="1F3D2E"/>
                </a:solidFill>
                <a:latin typeface="Consolas"/>
                <a:ea typeface="微软雅黑"/>
              </a:rPr>
              <a:t>  })</a:t>
            </a:r>
          </a:p>
          <a:p>
            <a:pPr>
              <a:lnSpc>
                <a:spcPct val="100000"/>
              </a:lnSpc>
            </a:pPr>
            <a:r>
              <a:rPr sz="1100" b="0">
                <a:solidFill>
                  <a:srgbClr val="1F3D2E"/>
                </a:solidFill>
                <a:latin typeface="Consolas"/>
                <a:ea typeface="微软雅黑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100" b="0">
                <a:solidFill>
                  <a:srgbClr val="1F3D2E"/>
                </a:solidFill>
                <a:latin typeface="Consolas"/>
                <a:ea typeface="微软雅黑"/>
              </a:rPr>
              <a:t>  await markCompletedIfAllDone(childId, record.checkinDate)</a:t>
            </a:r>
          </a:p>
          <a:p>
            <a:pPr>
              <a:lnSpc>
                <a:spcPct val="100000"/>
              </a:lnSpc>
            </a:pPr>
            <a:r>
              <a:rPr sz="1100" b="0">
                <a:solidFill>
                  <a:srgbClr val="1F3D2E"/>
                </a:solidFill>
                <a:latin typeface="Consolas"/>
                <a:ea typeface="微软雅黑"/>
              </a:rPr>
              <a:t>  await syncCalendar(childId, record.checkinDate)</a:t>
            </a:r>
          </a:p>
          <a:p>
            <a:pPr>
              <a:lnSpc>
                <a:spcPct val="100000"/>
              </a:lnSpc>
            </a:pPr>
            <a:r>
              <a:rPr sz="1100" b="0">
                <a:solidFill>
                  <a:srgbClr val="1F3D2E"/>
                </a:solidFill>
                <a:latin typeface="Consolas"/>
                <a:ea typeface="微软雅黑"/>
              </a:rPr>
              <a:t>  const badges = await onCheckinEvent(childId)</a:t>
            </a:r>
          </a:p>
          <a:p>
            <a:pPr>
              <a:lnSpc>
                <a:spcPct val="100000"/>
              </a:lnSpc>
            </a:pPr>
            <a:r>
              <a:rPr sz="1100" b="0">
                <a:solidFill>
                  <a:srgbClr val="1F3D2E"/>
                </a:solidFill>
                <a:latin typeface="Consolas"/>
                <a:ea typeface="微软雅黑"/>
              </a:rPr>
              <a:t>  const today = await getToday(childId)</a:t>
            </a:r>
          </a:p>
          <a:p>
            <a:pPr>
              <a:lnSpc>
                <a:spcPct val="100000"/>
              </a:lnSpc>
            </a:pPr>
            <a:r>
              <a:rPr sz="1100" b="0">
                <a:solidFill>
                  <a:srgbClr val="1F3D2E"/>
                </a:solidFill>
                <a:latin typeface="Consolas"/>
                <a:ea typeface="微软雅黑"/>
              </a:rPr>
              <a:t>  return { ...today, badges_awarded: badges }</a:t>
            </a:r>
          </a:p>
          <a:p>
            <a:pPr>
              <a:lnSpc>
                <a:spcPct val="100000"/>
              </a:lnSpc>
            </a:pPr>
            <a:r>
              <a:rPr sz="1100" b="0">
                <a:solidFill>
                  <a:srgbClr val="1F3D2E"/>
                </a:solidFill>
                <a:latin typeface="Consolas"/>
                <a:ea typeface="微软雅黑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65392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>
                <a:solidFill>
                  <a:srgbClr val="888888"/>
                </a:solidFill>
                <a:latin typeface="Consolas"/>
                <a:ea typeface="微软雅黑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00" b="1">
                <a:solidFill>
                  <a:srgbClr val="2E5B2A"/>
                </a:solidFill>
                <a:latin typeface="Calibri"/>
                <a:ea typeface="微软雅黑"/>
              </a:rPr>
              <a:t>6  每日打卡 · 连续打卡计算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12471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888888"/>
                </a:solidFill>
                <a:latin typeface="Consolas"/>
                <a:ea typeface="微软雅黑"/>
              </a:rPr>
              <a:t>server/src/modules/checkin/checkin.service.ts — computeStreaks()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115568"/>
            <a:ext cx="11548872" cy="5440680"/>
          </a:xfrm>
          <a:prstGeom prst="roundRect">
            <a:avLst>
              <a:gd name="adj" fmla="val 2000"/>
            </a:avLst>
          </a:prstGeom>
          <a:solidFill>
            <a:srgbClr val="F6F8F2"/>
          </a:solidFill>
          <a:ln w="12700">
            <a:solidFill>
              <a:srgbClr val="B7C4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137160" tIns="109728" bIns="73152"/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export async function computeStreaks(childId: number): Promise&lt;{ streak: number; longestStreak: number }&gt; {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const rows = await db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.select({ calendarDate: checkinCalendar.calendarDate })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.from(checkinCalendar)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.where(and(eq(checkinCalendar.childId, childId), inArray(checkinCalendar.status, ['done', 'makeup'])))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.orderBy(checkinCalendar.calendarDate)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const dates = new Set(rows.map((r) =&gt; r.calendarDate))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if (dates.size === 0) return { streak: 0, longestStreak: 0 }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let longest = 0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let run = 0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let prevDate: Date | null = null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for (const d of rows.map((r) =&gt; r.calendarDate)) {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const cur = new Date(d)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if (prevDate) {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  const expected = new Date(prevDate)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  expected.setDate(expected.getDate() + 1)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  run = cur.getTime() === expected.getTime() ? run + 1 : 1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} else {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  run = 1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if (run &gt; longest) longest = run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prevDate = cur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}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let current = 0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const walk = new Date()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walk.setHours(0, 0, 0, 0)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if (!dates.has(fmtDate(walk))) walk.setDate(walk.getDate() - 1)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while (dates.has(fmtDate(walk))) {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current += 1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walk.setDate(walk.getDate() - 1)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}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return { streak: current, longestStreak: longest }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65392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>
                <a:solidFill>
                  <a:srgbClr val="888888"/>
                </a:solidFill>
                <a:latin typeface="Consolas"/>
                <a:ea typeface="微软雅黑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00" b="1">
                <a:solidFill>
                  <a:srgbClr val="2E5B2A"/>
                </a:solidFill>
                <a:latin typeface="Calibri"/>
                <a:ea typeface="微软雅黑"/>
              </a:rPr>
              <a:t>7  徽章引擎 · 规则即数据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12471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888888"/>
                </a:solidFill>
                <a:latin typeface="Consolas"/>
                <a:ea typeface="微软雅黑"/>
              </a:rPr>
              <a:t>server/src/modules/badges/engine.ts — checkRule()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115568"/>
            <a:ext cx="11548872" cy="5440680"/>
          </a:xfrm>
          <a:prstGeom prst="roundRect">
            <a:avLst>
              <a:gd name="adj" fmla="val 2000"/>
            </a:avLst>
          </a:prstGeom>
          <a:solidFill>
            <a:srgbClr val="F6F8F2"/>
          </a:solidFill>
          <a:ln w="12700">
            <a:solidFill>
              <a:srgbClr val="B7C4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137160" tIns="109728" bIns="73152"/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function checkRule(rule: Rule, stats: BadgeStats): boolean {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if (!rule) return false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const threshold = Number(rule.threshold ?? 0)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switch (rule.type) {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case 'checkin_streak':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  return stats.checkinStreakMax &gt;= threshold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case 'checkin_total':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  return stats.checkinTotal &gt;= threshold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case 'feed_total':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  return stats.feedTotal &gt;= threshold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case 'magnifier_use':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  return stats.magnifierTotal &gt;= threshold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case 'treatment_total':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  return stats.treatmentTotal &gt;= threshold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case 'quiz_correct':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  return stats.quizCorrectTotal &gt;= threshold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case 'stool_first':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  return stats.stoolTotal &gt;= 1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case 'stool_streak':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  return stats.stoolStreakMax &gt;= threshold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case 'bristol_type4_streak':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  return stats.type4StreakMax &gt;= threshold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case 'perfect_week':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  return rule.weeks ? stats.perfectWeekCount &gt;= Number(rule.weeks) : stats.perfectWeekCount &gt;= 1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case 'all_sub_items':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  return stats.allSubItemsStreakMax &gt;= threshold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case 'module_completed':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  if (rule.module_code === 'all') return stats.completedModules.length &gt;= 5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  return stats.completedModules.includes(String(rule.module_code))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case 'birthday':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  return stats.isBirthday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case 'holiday':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  return Boolean(stats.holiday) &amp;&amp; (!rule.holiday || stats.holiday === rule.holiday)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default: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  return false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}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65392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>
                <a:solidFill>
                  <a:srgbClr val="888888"/>
                </a:solidFill>
                <a:latin typeface="Consolas"/>
                <a:ea typeface="微软雅黑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00" b="1">
                <a:solidFill>
                  <a:srgbClr val="2E5B2A"/>
                </a:solidFill>
                <a:latin typeface="Calibri"/>
                <a:ea typeface="微软雅黑"/>
              </a:rPr>
              <a:t>8  花园成长 · 阶段规则数据化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12471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888888"/>
                </a:solidFill>
                <a:latin typeface="Consolas"/>
                <a:ea typeface="微软雅黑"/>
              </a:rPr>
              <a:t>server/src/modules/garden/stage.service.ts — STAGE_REQS + evaluateStage()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115568"/>
            <a:ext cx="11548872" cy="5440680"/>
          </a:xfrm>
          <a:prstGeom prst="roundRect">
            <a:avLst>
              <a:gd name="adj" fmla="val 2000"/>
            </a:avLst>
          </a:prstGeom>
          <a:solidFill>
            <a:srgbClr val="F6F8F2"/>
          </a:solidFill>
          <a:ln w="12700">
            <a:solidFill>
              <a:srgbClr val="B7C4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137160" tIns="109728" bIns="73152"/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1F3D2E"/>
                </a:solidFill>
                <a:latin typeface="Consolas"/>
                <a:ea typeface="微软雅黑"/>
              </a:rPr>
              <a:t>export const STAGE_REQS: { stage: number; checkinDays: number; feedCount: number; badgeCount: number; label: string; unlock: string }[] = [</a:t>
            </a:r>
          </a:p>
          <a:p>
            <a:pPr>
              <a:lnSpc>
                <a:spcPct val="100000"/>
              </a:lnSpc>
            </a:pPr>
            <a:r>
              <a:rPr sz="1300" b="0">
                <a:solidFill>
                  <a:srgbClr val="1F3D2E"/>
                </a:solidFill>
                <a:latin typeface="Consolas"/>
                <a:ea typeface="微软雅黑"/>
              </a:rPr>
              <a:t>  { stage: 1, checkinDays: 0, feedCount: 0, badgeCount: 0, label: '种子', unlock: '' },</a:t>
            </a:r>
          </a:p>
          <a:p>
            <a:pPr>
              <a:lnSpc>
                <a:spcPct val="100000"/>
              </a:lnSpc>
            </a:pPr>
            <a:r>
              <a:rPr sz="1300" b="0">
                <a:solidFill>
                  <a:srgbClr val="1F3D2E"/>
                </a:solidFill>
                <a:latin typeface="Consolas"/>
                <a:ea typeface="微软雅黑"/>
              </a:rPr>
              <a:t>  { stage: 2, checkinDays: 3, feedCount: 10, badgeCount: 0, label: '幼苗', unlock: '角色动画' },</a:t>
            </a:r>
          </a:p>
          <a:p>
            <a:pPr>
              <a:lnSpc>
                <a:spcPct val="100000"/>
              </a:lnSpc>
            </a:pPr>
            <a:r>
              <a:rPr sz="1300" b="0">
                <a:solidFill>
                  <a:srgbClr val="1F3D2E"/>
                </a:solidFill>
                <a:latin typeface="Consolas"/>
                <a:ea typeface="微软雅黑"/>
              </a:rPr>
              <a:t>  { stage: 3, checkinDays: 7, feedCount: 30, badgeCount: 0, label: '成长', unlock: '放大镜' },</a:t>
            </a:r>
          </a:p>
          <a:p>
            <a:pPr>
              <a:lnSpc>
                <a:spcPct val="100000"/>
              </a:lnSpc>
            </a:pPr>
            <a:r>
              <a:rPr sz="1300" b="0">
                <a:solidFill>
                  <a:srgbClr val="1F3D2E"/>
                </a:solidFill>
                <a:latin typeface="Consolas"/>
                <a:ea typeface="微软雅黑"/>
              </a:rPr>
              <a:t>  { stage: 4, checkinDays: 21, feedCount: 100, badgeCount: 3, label: '丰收', unlock: '花园状态切换' },</a:t>
            </a:r>
          </a:p>
          <a:p>
            <a:pPr>
              <a:lnSpc>
                <a:spcPct val="100000"/>
              </a:lnSpc>
            </a:pPr>
            <a:r>
              <a:rPr sz="1300" b="0">
                <a:solidFill>
                  <a:srgbClr val="1F3D2E"/>
                </a:solidFill>
                <a:latin typeface="Consolas"/>
                <a:ea typeface="微软雅黑"/>
              </a:rPr>
              <a:t>  { stage: 5, checkinDays: 50, feedCount: 200, badgeCount: 6, label: '大师', unlock: '全角色 + 全部知识模块' },</a:t>
            </a:r>
          </a:p>
          <a:p>
            <a:pPr>
              <a:lnSpc>
                <a:spcPct val="100000"/>
              </a:lnSpc>
            </a:pPr>
            <a:r>
              <a:rPr sz="1300" b="0">
                <a:solidFill>
                  <a:srgbClr val="1F3D2E"/>
                </a:solidFill>
                <a:latin typeface="Consolas"/>
                <a:ea typeface="微软雅黑"/>
              </a:rPr>
              <a:t>  { stage: 6, checkinDays: 100, feedCount: 500, badgeCount: 10, label: '终极', unlock: '花园完全体（金边特效）' },</a:t>
            </a:r>
          </a:p>
          <a:p>
            <a:pPr>
              <a:lnSpc>
                <a:spcPct val="100000"/>
              </a:lnSpc>
            </a:pPr>
            <a:r>
              <a:rPr sz="1300" b="0">
                <a:solidFill>
                  <a:srgbClr val="1F3D2E"/>
                </a:solidFill>
                <a:latin typeface="Consolas"/>
                <a:ea typeface="微软雅黑"/>
              </a:rPr>
              <a:t>]</a:t>
            </a:r>
          </a:p>
          <a:p>
            <a:pPr>
              <a:lnSpc>
                <a:spcPct val="100000"/>
              </a:lnSpc>
            </a:pPr>
            <a:r>
              <a:rPr sz="1300" b="0">
                <a:solidFill>
                  <a:srgbClr val="1F3D2E"/>
                </a:solidFill>
                <a:latin typeface="Consolas"/>
                <a:ea typeface="微软雅黑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300" b="0">
                <a:solidFill>
                  <a:srgbClr val="1F3D2E"/>
                </a:solidFill>
                <a:latin typeface="Consolas"/>
                <a:ea typeface="微软雅黑"/>
              </a:rPr>
              <a:t>export function evaluateStage(stats: GardenStats): StageInfo {</a:t>
            </a:r>
          </a:p>
          <a:p>
            <a:pPr>
              <a:lnSpc>
                <a:spcPct val="100000"/>
              </a:lnSpc>
            </a:pPr>
            <a:r>
              <a:rPr sz="1300" b="0">
                <a:solidFill>
                  <a:srgbClr val="1F3D2E"/>
                </a:solidFill>
                <a:latin typeface="Consolas"/>
                <a:ea typeface="微软雅黑"/>
              </a:rPr>
              <a:t>  let stage = 1</a:t>
            </a:r>
          </a:p>
          <a:p>
            <a:pPr>
              <a:lnSpc>
                <a:spcPct val="100000"/>
              </a:lnSpc>
            </a:pPr>
            <a:r>
              <a:rPr sz="1300" b="0">
                <a:solidFill>
                  <a:srgbClr val="1F3D2E"/>
                </a:solidFill>
                <a:latin typeface="Consolas"/>
                <a:ea typeface="微软雅黑"/>
              </a:rPr>
              <a:t>  for (const req of STAGE_REQS) {</a:t>
            </a:r>
          </a:p>
          <a:p>
            <a:pPr>
              <a:lnSpc>
                <a:spcPct val="100000"/>
              </a:lnSpc>
            </a:pPr>
            <a:r>
              <a:rPr sz="1300" b="0">
                <a:solidFill>
                  <a:srgbClr val="1F3D2E"/>
                </a:solidFill>
                <a:latin typeface="Consolas"/>
                <a:ea typeface="微软雅黑"/>
              </a:rPr>
              <a:t>    if (stats.checkinDays &gt;= req.checkinDays &amp;&amp; stats.feedCount &gt;= req.feedCount &amp;&amp; stats.badgeCount &gt;= req.badgeCount) {</a:t>
            </a:r>
          </a:p>
          <a:p>
            <a:pPr>
              <a:lnSpc>
                <a:spcPct val="100000"/>
              </a:lnSpc>
            </a:pPr>
            <a:r>
              <a:rPr sz="1300" b="0">
                <a:solidFill>
                  <a:srgbClr val="1F3D2E"/>
                </a:solidFill>
                <a:latin typeface="Consolas"/>
                <a:ea typeface="微软雅黑"/>
              </a:rPr>
              <a:t>      stage = req.stage</a:t>
            </a:r>
          </a:p>
          <a:p>
            <a:pPr>
              <a:lnSpc>
                <a:spcPct val="100000"/>
              </a:lnSpc>
            </a:pPr>
            <a:r>
              <a:rPr sz="1300" b="0">
                <a:solidFill>
                  <a:srgbClr val="1F3D2E"/>
                </a:solidFill>
                <a:latin typeface="Consolas"/>
                <a:ea typeface="微软雅黑"/>
              </a:rPr>
              <a:t>    } else {</a:t>
            </a:r>
          </a:p>
          <a:p>
            <a:pPr>
              <a:lnSpc>
                <a:spcPct val="100000"/>
              </a:lnSpc>
            </a:pPr>
            <a:r>
              <a:rPr sz="1300" b="0">
                <a:solidFill>
                  <a:srgbClr val="1F3D2E"/>
                </a:solidFill>
                <a:latin typeface="Consolas"/>
                <a:ea typeface="微软雅黑"/>
              </a:rPr>
              <a:t>      break</a:t>
            </a:r>
          </a:p>
          <a:p>
            <a:pPr>
              <a:lnSpc>
                <a:spcPct val="100000"/>
              </a:lnSpc>
            </a:pPr>
            <a:r>
              <a:rPr sz="1300" b="0">
                <a:solidFill>
                  <a:srgbClr val="1F3D2E"/>
                </a:solidFill>
                <a:latin typeface="Consolas"/>
                <a:ea typeface="微软雅黑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300" b="0">
                <a:solidFill>
                  <a:srgbClr val="1F3D2E"/>
                </a:solidFill>
                <a:latin typeface="Consolas"/>
                <a:ea typeface="微软雅黑"/>
              </a:rPr>
              <a:t>  }</a:t>
            </a:r>
          </a:p>
          <a:p>
            <a:pPr>
              <a:lnSpc>
                <a:spcPct val="100000"/>
              </a:lnSpc>
            </a:pPr>
            <a:r>
              <a:rPr sz="1300" b="0">
                <a:solidFill>
                  <a:srgbClr val="1F3D2E"/>
                </a:solidFill>
                <a:latin typeface="Consolas"/>
                <a:ea typeface="微软雅黑"/>
              </a:rPr>
              <a:t>  const unlocked = STAGE_REQS.filter((r) =&gt; r.stage &lt;= stage).map((r) =&gt; r.unlock).filter(Boolean)</a:t>
            </a:r>
          </a:p>
          <a:p>
            <a:pPr>
              <a:lnSpc>
                <a:spcPct val="100000"/>
              </a:lnSpc>
            </a:pPr>
            <a:r>
              <a:rPr sz="1300" b="0">
                <a:solidFill>
                  <a:srgbClr val="1F3D2E"/>
                </a:solidFill>
                <a:latin typeface="Consolas"/>
                <a:ea typeface="微软雅黑"/>
              </a:rPr>
              <a:t>  return { growthStage: stage, label: STAGE_REQS[stage - 1].label, unlocked }</a:t>
            </a:r>
          </a:p>
          <a:p>
            <a:pPr>
              <a:lnSpc>
                <a:spcPct val="100000"/>
              </a:lnSpc>
            </a:pPr>
            <a:r>
              <a:rPr sz="1300" b="0">
                <a:solidFill>
                  <a:srgbClr val="1F3D2E"/>
                </a:solidFill>
                <a:latin typeface="Consolas"/>
                <a:ea typeface="微软雅黑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65392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>
                <a:solidFill>
                  <a:srgbClr val="888888"/>
                </a:solidFill>
                <a:latin typeface="Consolas"/>
                <a:ea typeface="微软雅黑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00" b="1">
                <a:solidFill>
                  <a:srgbClr val="2E5B2A"/>
                </a:solidFill>
                <a:latin typeface="Calibri"/>
                <a:ea typeface="微软雅黑"/>
              </a:rPr>
              <a:t>9  花园投喂 · 前端拖拽反馈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12471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888888"/>
                </a:solidFill>
                <a:latin typeface="Consolas"/>
                <a:ea typeface="微软雅黑"/>
              </a:rPr>
              <a:t>web/src/hooks/useFeedLogic.ts — FOOD_EFFECTS + handleDrop()（注册用户分支）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115568"/>
            <a:ext cx="11548872" cy="5440680"/>
          </a:xfrm>
          <a:prstGeom prst="roundRect">
            <a:avLst>
              <a:gd name="adj" fmla="val 2000"/>
            </a:avLst>
          </a:prstGeom>
          <a:solidFill>
            <a:srgbClr val="F6F8F2"/>
          </a:solidFill>
          <a:ln w="12700">
            <a:solidFill>
              <a:srgbClr val="B7C4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137160" tIns="109728" bIns="73152"/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const FOOD_EFFECTS: Record&lt;string, 'healthy' | 'high_sugar'&gt; = {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broccoli: 'healthy',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carrot: 'healthy',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yogurt: 'healthy',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apple: 'healthy',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corn: 'healthy',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candy: 'high_sugar',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cake: 'high_sugar',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const handleDrop = useCallback((foodId: string) =&gt; {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const effect = FOOD_EFFECTS[foodId]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if (!effect) return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const store = useGardenStore.getState()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const foodLabel = FOOD_LABELS[foodId] || foodId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if (isRegistered()) {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  const childId = getActiveChildId()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  if (childId) {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    api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      .post&lt;GardenApi &amp; { xp_gained: number }&gt;('/garden/log-action', { child_id: childId, action_type: 'feed', action_detail: { food_type: foodId } })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      .then((data) =&gt; {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        applyGardenState(data)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        if (effect === 'high_sugar') {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          sfx.error()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          toast(`吃了${foodLabel}...花园有点不舒服了`, 'error')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        } else {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          sfx.pop()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          toast(`${foodLabel}让花园更健康了！+${data.xp_gained}XP`, 'success')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        }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      })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      .catch(() =&gt; {})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  }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  return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65392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>
                <a:solidFill>
                  <a:srgbClr val="888888"/>
                </a:solidFill>
                <a:latin typeface="Consolas"/>
                <a:ea typeface="微软雅黑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24712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000" b="1">
                <a:solidFill>
                  <a:srgbClr val="2E5B2A"/>
                </a:solidFill>
                <a:latin typeface="Calibri"/>
                <a:ea typeface="微软雅黑"/>
              </a:rPr>
              <a:t>10  验证码登录 · 模拟短信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12471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 b="0">
                <a:solidFill>
                  <a:srgbClr val="888888"/>
                </a:solidFill>
                <a:latin typeface="Consolas"/>
                <a:ea typeface="微软雅黑"/>
              </a:rPr>
              <a:t>server/src/modules/auth/codeStore.ts + auth.service.ts loginWithCode()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115568"/>
            <a:ext cx="11548872" cy="5440680"/>
          </a:xfrm>
          <a:prstGeom prst="roundRect">
            <a:avLst>
              <a:gd name="adj" fmla="val 2000"/>
            </a:avLst>
          </a:prstGeom>
          <a:solidFill>
            <a:srgbClr val="F6F8F2"/>
          </a:solidFill>
          <a:ln w="12700">
            <a:solidFill>
              <a:srgbClr val="B7C4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201168" rIns="137160" tIns="109728" bIns="73152"/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import { throwError } from '../../config/errors'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const CODES = new Map&lt;string, { code: string; sentAt: number }&gt;()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const THROTTLE_MS = 60_000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const EXPIRE_MS = 5 * 60_000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export function sendLoginCode(phone: string): string {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const existing = CODES.get(phone)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if (existing &amp;&amp; Date.now() - existing.sentAt &lt; THROTTLE_MS) {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throwError('AUTH_002')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}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const code = String(Math.floor(100000 + Math.random() * 900000))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CODES.set(phone, { code, sentAt: Date.now() })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console.log(`[sms-mock] 验证码 ${phone} → ${code}`)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return code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export function verifyLoginCode(phone: string, code: string): void {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const entry = CODES.get(phone)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if (!entry || entry.code !== code || Date.now() - entry.sentAt &gt; EXPIRE_MS) {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throwError('AUTH_001')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}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CODES.delete(phone)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export async function loginWithCode(phone: string, code: string): Promise&lt;{ user: UserData; role: string }&gt; {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verifyLoginCode(phone, code)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const role = env.adminPhones.includes(phone) ? 'admin' : 'parent'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let parent = (await db.select().from(parents).where(eq(parents.phone, phone)))[0]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if (!parent) {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const [created] = await db.insert(parents).values({ phone, role }).returning()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parent = created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} else {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  await db.update(parents).set({ lastLoginAt: new Date(), role }).where(eq(parents.id, parent.id))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}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const user = await getUserData(parent.id, phone)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  return { user, role }</a:t>
            </a:r>
          </a:p>
          <a:p>
            <a:pPr>
              <a:lnSpc>
                <a:spcPct val="100000"/>
              </a:lnSpc>
            </a:pPr>
            <a:r>
              <a:rPr sz="900" b="0">
                <a:solidFill>
                  <a:srgbClr val="1F3D2E"/>
                </a:solidFill>
                <a:latin typeface="Consolas"/>
                <a:ea typeface="微软雅黑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565392"/>
            <a:ext cx="731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b="0">
                <a:solidFill>
                  <a:srgbClr val="888888"/>
                </a:solidFill>
                <a:latin typeface="Consolas"/>
                <a:ea typeface="微软雅黑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